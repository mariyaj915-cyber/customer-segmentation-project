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67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 using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Internship Project in Data Science &amp; Analytics</a:t>
            </a:r>
          </a:p>
          <a:p>
            <a:endParaRPr dirty="0"/>
          </a:p>
          <a:p>
            <a:r>
              <a:rPr dirty="0"/>
              <a:t>Presented By: </a:t>
            </a:r>
            <a:r>
              <a:rPr lang="en-IN" dirty="0"/>
              <a:t>Vincy Anton J</a:t>
            </a:r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applies K-Means clustering to segment customers based on income, age and spending behavior.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group customers into meaningful clusters for better marketing strategy and decision 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Mall Customers Dataset</a:t>
            </a:r>
          </a:p>
          <a:p>
            <a:r>
              <a:t>- 200 records</a:t>
            </a:r>
          </a:p>
          <a:p>
            <a:r>
              <a:t>- Features: Gender, Age, Annual Income, Spending Score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Pandas, NumPy, Matplotlib, Seaborn, Scikit-learn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performed to understand customer patterns and distribution.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Elbow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determine optimal clusters.</a:t>
            </a:r>
          </a:p>
          <a:p>
            <a:r>
              <a:t>Optimal K =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 used to segment customers into distinct groups.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9" y="741391"/>
            <a:ext cx="2591866" cy="1616203"/>
          </a:xfrm>
        </p:spPr>
        <p:txBody>
          <a:bodyPr anchor="b">
            <a:normAutofit/>
          </a:bodyPr>
          <a:lstStyle/>
          <a:p>
            <a:r>
              <a:rPr lang="en-IN" sz="280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519" y="2533476"/>
            <a:ext cx="2591866" cy="3447832"/>
          </a:xfrm>
        </p:spPr>
        <p:txBody>
          <a:bodyPr anchor="t">
            <a:normAutofit/>
          </a:bodyPr>
          <a:lstStyle/>
          <a:p>
            <a:r>
              <a:rPr lang="en-US" sz="1700"/>
              <a:t>Customers segmented into 5 clusters based on behavior and income.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48138B-A11E-539E-85D9-5FADFE773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754" y="1756452"/>
            <a:ext cx="4792009" cy="335440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segmentation improves targeted marketing and business strategy.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141</Words>
  <Application>Microsoft Office PowerPoint</Application>
  <PresentationFormat>On-screen Show (4:3)</PresentationFormat>
  <Paragraphs>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Customer Segmentation using Machine Learning</vt:lpstr>
      <vt:lpstr>Abstract</vt:lpstr>
      <vt:lpstr>Objective</vt:lpstr>
      <vt:lpstr>Dataset Description</vt:lpstr>
      <vt:lpstr>Technologies Used</vt:lpstr>
      <vt:lpstr>Exploratory Data Analysis</vt:lpstr>
      <vt:lpstr>Elbow Method</vt:lpstr>
      <vt:lpstr>K-Means Clustering</vt:lpstr>
      <vt:lpstr>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ELCOT</dc:creator>
  <cp:keywords/>
  <dc:description>generated using python-pptx</dc:description>
  <cp:lastModifiedBy>S0687646</cp:lastModifiedBy>
  <cp:revision>2</cp:revision>
  <dcterms:created xsi:type="dcterms:W3CDTF">2013-01-27T09:14:16Z</dcterms:created>
  <dcterms:modified xsi:type="dcterms:W3CDTF">2026-05-28T08:05:31Z</dcterms:modified>
  <cp:category/>
</cp:coreProperties>
</file>